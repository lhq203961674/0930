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自己評価レビュー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対象期間：2025/10/15 ～ 2026/02/06</a:t>
            </a:r>
          </a:p>
          <a:p>
            <a:r>
              <a:t>氏名：張 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対象期間の総括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・BelmopanおよびChivasに参画</a:t>
            </a:r>
          </a:p>
          <a:p>
            <a:r>
              <a:t>・設計～テスト～リリース～運用・保守まで一連の工程を経験</a:t>
            </a:r>
          </a:p>
          <a:p>
            <a:r>
              <a:t>・主体的な課題発見・改善を継続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IT面の取り組みと成長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・不明点を一次情報ベースで調査</a:t>
            </a:r>
          </a:p>
          <a:p>
            <a:r>
              <a:t>・スクリプト／設定内容を行単位で確認</a:t>
            </a:r>
          </a:p>
          <a:p>
            <a:r>
              <a:t>・テスト仕様書／手順書を作成</a:t>
            </a:r>
          </a:p>
          <a:p>
            <a:r>
              <a:t>【身についた力】</a:t>
            </a:r>
          </a:p>
          <a:p>
            <a:r>
              <a:t>・調査力</a:t>
            </a:r>
          </a:p>
          <a:p>
            <a:r>
              <a:t>・構成理解力</a:t>
            </a:r>
          </a:p>
          <a:p>
            <a:r>
              <a:t>・アウトプット品質意識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ビジネス面の取り組みと成長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・作業中に問題を発見し自主対応</a:t>
            </a:r>
          </a:p>
          <a:p>
            <a:r>
              <a:t>・資料不備を先輩確認のうえ修正</a:t>
            </a:r>
          </a:p>
          <a:p>
            <a:r>
              <a:t>・提出前チェックリスト運用</a:t>
            </a:r>
          </a:p>
          <a:p>
            <a:r>
              <a:t>【身についた力】</a:t>
            </a:r>
          </a:p>
          <a:p>
            <a:r>
              <a:t>・主体性</a:t>
            </a:r>
          </a:p>
          <a:p>
            <a:r>
              <a:t>・課題発見力</a:t>
            </a:r>
          </a:p>
          <a:p>
            <a:r>
              <a:t>・報連相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今後の目標（短期）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・担当範囲の理解定着</a:t>
            </a:r>
          </a:p>
          <a:p>
            <a:r>
              <a:t>・周辺領域のキャッチアップ</a:t>
            </a:r>
          </a:p>
          <a:p>
            <a:r>
              <a:t>・日本語指摘件数の削減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今後の目標（長期）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・IT×日本語の両立強化</a:t>
            </a:r>
          </a:p>
          <a:p>
            <a:r>
              <a:t>・Client Firstを意識した対応</a:t>
            </a:r>
          </a:p>
          <a:p>
            <a:r>
              <a:t>・付加価値を出せるエンジニアになる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プロジェクト（Belmopan）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・AWS新規導入案件</a:t>
            </a:r>
          </a:p>
          <a:p>
            <a:r>
              <a:t>・テスト仕様書作成</a:t>
            </a:r>
          </a:p>
          <a:p>
            <a:r>
              <a:t>・テスト実施</a:t>
            </a:r>
          </a:p>
          <a:p>
            <a:r>
              <a:t>・運用向け手順書作成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プロジェクト（Chivas）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・オンプレ基盤運用保守</a:t>
            </a:r>
          </a:p>
          <a:p>
            <a:r>
              <a:t>・開発環境手順書作成</a:t>
            </a:r>
          </a:p>
          <a:p>
            <a:r>
              <a:t>・手順妥当性テスト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最後に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・自己反省を重視</a:t>
            </a:r>
          </a:p>
          <a:p>
            <a:r>
              <a:t>・改善を継続</a:t>
            </a:r>
          </a:p>
          <a:p>
            <a:r>
              <a:t>・着実に成長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